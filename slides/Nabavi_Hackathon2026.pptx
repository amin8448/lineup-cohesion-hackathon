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0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7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in8448/lineup-cohesion-hackath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 Cohesion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Network-Based Approach to Starting Eleven Optimization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 Nabavi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Soccer Data Analytics Hackathon | February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828800" cy="5486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Bundesliga 2023/24 · IMPECT Open Data · 306 Matches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quantify team cohesion from passing networks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match outcomes and optimize lineups?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need objective metrics beyond intuition for lineup decisions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3291840" y="265176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patterns encode team chemistry that box scores miss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126480" y="265176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26364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hubs, optimal pairings, and substitution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Metric: Four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Cohesion = 0.50·Connectivity + 0.25·Chemistry + 0.15·Hub + 0.10·Progression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" cy="13716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density + clustering coefficient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+0.785***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73152" cy="13716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6384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of midfield→attack connections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+0.448*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73152" cy="137160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Dependence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 (star-player reliance)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+0.714***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383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73152" cy="13716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6384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Pre-shot pass ratio in network edges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+0.133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empirically optimized from correlation with season points (n=18 teams)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Hub Dependence Paradox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7315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Expectation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teams (equal pass distribution) should perform better.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Finding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Star-dependent networks win more. Elite teams funnel play through hub players (Xhaka, Kimmich).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'Balance' showed r = -0.714 with points.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inverting → Hub Dependence r = +0.714***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Improvement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(equal weights)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0.314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0.204 (not significant)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(optimized weights)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0.728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0.0006*** (highly significant)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+132% improvement in predictive power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Season &amp; Match Level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[cohesion_vs_points.png]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Level: Cohesion vs Points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8463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[cohesion_by_result.png]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4023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Level: Cohesion by 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F = 36.64, p &lt; 0.0001 — Significant difference between Win/Draw/Loss</a:t>
            </a:r>
            <a:endParaRPr lang="en-US" sz="1200" dirty="0"/>
          </a:p>
        </p:txBody>
      </p:sp>
      <p:pic>
        <p:nvPicPr>
          <p:cNvPr id="11" name="Picture 10" descr="A chart with different colored dots">
            <a:extLst>
              <a:ext uri="{FF2B5EF4-FFF2-40B4-BE49-F238E27FC236}">
                <a16:creationId xmlns:a16="http://schemas.microsoft.com/office/drawing/2014/main" id="{6C320B9E-F634-CC18-3C20-8B57A614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7" y="1005840"/>
            <a:ext cx="4271554" cy="2926080"/>
          </a:xfrm>
          <a:prstGeom prst="rect">
            <a:avLst/>
          </a:prstGeom>
        </p:spPr>
      </p:pic>
      <p:pic>
        <p:nvPicPr>
          <p:cNvPr id="13" name="Picture 12" descr="A diagram of a graph">
            <a:extLst>
              <a:ext uri="{FF2B5EF4-FFF2-40B4-BE49-F238E27FC236}">
                <a16:creationId xmlns:a16="http://schemas.microsoft.com/office/drawing/2014/main" id="{89E2E485-3612-A360-78F3-BAE81CE8A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05840"/>
            <a:ext cx="3963143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Leverkusen's Undefeated Season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832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64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GF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Hub Types Discovered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 Xhaka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Hub — 558 passes with Palacios alone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Recycles possession, dictates tempo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Florian Wirtz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Hub — Highest max betweenness (0.448)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Wirtz→Boniface: 22 pre-shot passes (23.4%)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66344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[leverkusen_network.png]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Killer Chain: Xhaka → Wirtz → Boniface → GOAL</a:t>
            </a:r>
            <a:endParaRPr lang="en-US" sz="1400" dirty="0"/>
          </a:p>
        </p:txBody>
      </p:sp>
      <p:pic>
        <p:nvPicPr>
          <p:cNvPr id="17" name="Picture 1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9479A23-45BD-F7B4-B89C-ADBB513FE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28800"/>
            <a:ext cx="402336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Lineup Optimization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XI Selection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 lineups by predicted cohesion. Select players who maximize connectivity with existing starters.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Strategy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subs preserve hub structure vs. which disrupt it. Avoid removing high-betweenness players.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Targets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how a new signing integrates: simulate their historical passing patterns into the team's network.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opponent's hub players to mark/isolate. Disrupting their Xhaka-equivalent drops cohesion.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Network cohesion predicts season performance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 = 0.728 (p &lt; 0.001) — explains 53% of variance in points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Hub dependence &gt; balance for elite teams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Star-player reliance is a feature, not a bug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Different hub types serve different functions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Xhaka (volume) vs Wirtz (attack) — both essential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0" y="1097280"/>
            <a:ext cx="365760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2120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12080" y="16459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season (n=18 teams)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~24% passes lack receiver 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 data from metadata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tracking data (spatial context)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Multi-season validation,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player-level predictions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772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CA" sz="1200" dirty="0">
                <a:hlinkClick r:id="rId3"/>
              </a:rPr>
              <a:t>https://github.com/amin8448/lineup-cohesion-hackathon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Contact: aminnabavi@cmail.Carleton.ca, amin8448@gmail.com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Disclosure: Claude assisted with code development and slide formatting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626</Words>
  <Application>Microsoft Office PowerPoint</Application>
  <PresentationFormat>On-screen Show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Lineup Cohesion: A Network-Based Approach to Starting Eleven Optimization</dc:title>
  <dc:subject>PptxGenJS Presentation</dc:subject>
  <dc:creator>Amin Nabavi</dc:creator>
  <cp:lastModifiedBy>Amin Nabavi</cp:lastModifiedBy>
  <cp:revision>3</cp:revision>
  <dcterms:created xsi:type="dcterms:W3CDTF">2026-01-27T01:22:49Z</dcterms:created>
  <dcterms:modified xsi:type="dcterms:W3CDTF">2026-01-27T02:00:46Z</dcterms:modified>
</cp:coreProperties>
</file>